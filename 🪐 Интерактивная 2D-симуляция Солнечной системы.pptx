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56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6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2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07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4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46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99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132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95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67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552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104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691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712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35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88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32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fooset10/PKO--23-IS-LP-PROLYCH_-_--2525%20cd%20PKO--23-IS-LP-PROLYCH_-_--252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github.com/fooset10/PKO--23-IS-LP-PROLYCH_-_--252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A2915-3D27-4A01-935F-9A034B405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21733" y="768681"/>
            <a:ext cx="7766936" cy="1646302"/>
          </a:xfrm>
        </p:spPr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🪐 Интерактивная 2D-симуляция Солнечной системы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96DC7-8D26-4E84-ACBE-15F6883AF031}"/>
              </a:ext>
            </a:extLst>
          </p:cNvPr>
          <p:cNvSpPr txBox="1"/>
          <p:nvPr/>
        </p:nvSpPr>
        <p:spPr>
          <a:xfrm>
            <a:off x="8028264" y="4689446"/>
            <a:ext cx="40938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  <a:latin typeface="YS Text"/>
              </a:rPr>
              <a:t>•</a:t>
            </a:r>
            <a:r>
              <a:rPr lang="ru-RU" b="0" i="0" dirty="0">
                <a:effectLst/>
                <a:latin typeface="YS Text"/>
              </a:rPr>
              <a:t> </a:t>
            </a:r>
            <a:r>
              <a:rPr lang="ru-RU" dirty="0"/>
              <a:t>Выполнил: </a:t>
            </a:r>
            <a:r>
              <a:rPr lang="ru-RU" dirty="0" err="1"/>
              <a:t>Пролыгин</a:t>
            </a:r>
            <a:r>
              <a:rPr lang="ru-RU" dirty="0"/>
              <a:t> Максим Алексеевич</a:t>
            </a:r>
          </a:p>
          <a:p>
            <a:r>
              <a:rPr lang="ru-RU" b="1" i="0" dirty="0">
                <a:effectLst/>
                <a:latin typeface="YS Text"/>
              </a:rPr>
              <a:t>•</a:t>
            </a:r>
            <a:r>
              <a:rPr lang="ru-RU" b="0" i="0" dirty="0">
                <a:effectLst/>
                <a:latin typeface="YS Text"/>
              </a:rPr>
              <a:t> </a:t>
            </a:r>
            <a:r>
              <a:rPr lang="ru-RU" dirty="0"/>
              <a:t>Группа: 23ИСД</a:t>
            </a:r>
          </a:p>
          <a:p>
            <a:r>
              <a:rPr lang="ru-RU" b="1" i="0" dirty="0">
                <a:effectLst/>
                <a:latin typeface="YS Text"/>
              </a:rPr>
              <a:t>•</a:t>
            </a:r>
            <a:r>
              <a:rPr lang="ru-RU" b="0" i="0" dirty="0">
                <a:effectLst/>
                <a:latin typeface="YS Text"/>
              </a:rPr>
              <a:t> </a:t>
            </a:r>
            <a:r>
              <a:rPr lang="ru-RU" dirty="0"/>
              <a:t>Дата: 27.02.2026</a:t>
            </a:r>
          </a:p>
          <a:p>
            <a:r>
              <a:rPr lang="ru-RU" b="1" i="0" dirty="0">
                <a:effectLst/>
                <a:latin typeface="YS Text"/>
              </a:rPr>
              <a:t>•</a:t>
            </a:r>
            <a:r>
              <a:rPr lang="ru-RU" b="0" i="0" dirty="0">
                <a:effectLst/>
                <a:latin typeface="YS Text"/>
              </a:rPr>
              <a:t> </a:t>
            </a:r>
            <a:r>
              <a:rPr lang="ru-RU" dirty="0"/>
              <a:t>Платформа: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Python с использованием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Tkinter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Pillow</a:t>
            </a:r>
            <a:endParaRPr lang="ru-RU" dirty="0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1E344FF3-89F6-4F61-9813-9B252F247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70" y="2329519"/>
            <a:ext cx="3510793" cy="351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A1EBF1A2-38FA-4130-91A5-6C48B770A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737" y="2679716"/>
            <a:ext cx="2981325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E717FD-C1F5-4431-8F2A-8BB4C33010B9}"/>
              </a:ext>
            </a:extLst>
          </p:cNvPr>
          <p:cNvSpPr txBox="1"/>
          <p:nvPr/>
        </p:nvSpPr>
        <p:spPr>
          <a:xfrm>
            <a:off x="1750723" y="5197277"/>
            <a:ext cx="197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Сатурн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3273B-15E5-48D0-BA83-0644A8AB1D27}"/>
              </a:ext>
            </a:extLst>
          </p:cNvPr>
          <p:cNvSpPr txBox="1"/>
          <p:nvPr/>
        </p:nvSpPr>
        <p:spPr>
          <a:xfrm>
            <a:off x="5170853" y="5556442"/>
            <a:ext cx="200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Солнце</a:t>
            </a:r>
          </a:p>
        </p:txBody>
      </p:sp>
    </p:spTree>
    <p:extLst>
      <p:ext uri="{BB962C8B-B14F-4D97-AF65-F5344CB8AC3E}">
        <p14:creationId xmlns:p14="http://schemas.microsoft.com/office/powerpoint/2010/main" val="728109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8134E-0D4C-42FB-82B4-55E04D17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86776"/>
            <a:ext cx="12192001" cy="1320800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effectLst/>
                <a:latin typeface="YS Text"/>
              </a:rPr>
              <a:t>•</a:t>
            </a:r>
            <a:r>
              <a:rPr lang="ru-RU" b="0" i="0" dirty="0">
                <a:effectLst/>
                <a:latin typeface="YS Text"/>
              </a:rPr>
              <a:t> </a:t>
            </a:r>
            <a:r>
              <a:rPr lang="ru-RU" b="1" i="0" dirty="0">
                <a:effectLst/>
                <a:latin typeface="YS Text"/>
              </a:rPr>
              <a:t> 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 проекта: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Разработать интерактивное приложение на Python для наглядной демонстрации движения планет Солнечной системы.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1" i="0" dirty="0">
                <a:effectLst/>
                <a:latin typeface="YS Text"/>
              </a:rPr>
              <a:t>•</a:t>
            </a:r>
            <a:r>
              <a:rPr lang="ru-RU" b="0" i="0" dirty="0">
                <a:effectLst/>
                <a:latin typeface="YS Text"/>
              </a:rPr>
              <a:t>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задачи: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1. Создать графический интерфейс с анимацией планет.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2. Реализовать физику движения с орбитальными периодами, приближенными к реальным.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3. Добавить интерактивность: получение информации о планете по клику.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4. Реализовать управление временем (скорость анимации) и масштабом.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5. Визуализировать движение Луны вокруг Земли.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34C93-601B-49A6-ABE6-D9FCF6B8E78C}"/>
              </a:ext>
            </a:extLst>
          </p:cNvPr>
          <p:cNvSpPr txBox="1"/>
          <p:nvPr/>
        </p:nvSpPr>
        <p:spPr>
          <a:xfrm>
            <a:off x="3816991" y="117444"/>
            <a:ext cx="7852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 Цель и задачи проекта.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352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FB832DB3-0BF5-42D1-B031-A8FB1908D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Ключевые возможности (Фичи)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C451053-E058-4020-BA3B-CC7D48FB43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201" y="513943"/>
            <a:ext cx="9177245" cy="23287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1200" b="1" i="0" dirty="0">
                <a:solidFill>
                  <a:srgbClr val="0F1115"/>
                </a:solidFill>
                <a:effectLst/>
                <a:latin typeface="quote-cjk-patch"/>
              </a:rPr>
              <a:t>🌍 1. 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Реалистичное движение: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Скорости вращения планет приближены к реальным орбитальным периодам.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🌕 2. Спутник Земли: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Добавлена Луна, вращающаяся вокруг Земли.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👆 3. Интерактивность: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Клик по любому телу (Солнце, планета, Луна) показывает окно с его характеристиками: название, радиус орбиты, диаметр, скорость.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⏱️ 4. Управление временем: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Ползунок регулировки скорости анимации (от 0% до 200%).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🔍 5. Масштабирование: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Ползунок масштаба (от 0.2x до 3.0x) для удобного просмотра.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🖼️ 6.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Кастомные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текстуры: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Использование PNG-изображений планет из папки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images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↺ 7. Удобное управление: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Кнопки запуска/паузы и сброса вида.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CBEF1535-1F06-4D23-AA2C-86E25C980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083" y="2319079"/>
            <a:ext cx="3660845" cy="366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A547E1A-7CA0-4F4B-B549-69E13ED62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4" y="2617036"/>
            <a:ext cx="3199157" cy="319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ED6978-211E-4365-89DE-D71C7EC5AB38}"/>
              </a:ext>
            </a:extLst>
          </p:cNvPr>
          <p:cNvSpPr txBox="1"/>
          <p:nvPr/>
        </p:nvSpPr>
        <p:spPr>
          <a:xfrm>
            <a:off x="7445600" y="5816193"/>
            <a:ext cx="115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Земля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3CB78-5C76-40A8-85A2-B689F406E7B6}"/>
              </a:ext>
            </a:extLst>
          </p:cNvPr>
          <p:cNvSpPr txBox="1"/>
          <p:nvPr/>
        </p:nvSpPr>
        <p:spPr>
          <a:xfrm>
            <a:off x="1325959" y="5816193"/>
            <a:ext cx="2076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Юпитер</a:t>
            </a:r>
          </a:p>
        </p:txBody>
      </p:sp>
    </p:spTree>
    <p:extLst>
      <p:ext uri="{BB962C8B-B14F-4D97-AF65-F5344CB8AC3E}">
        <p14:creationId xmlns:p14="http://schemas.microsoft.com/office/powerpoint/2010/main" val="746755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615DC07-869A-4163-B50B-13784D33E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83" y="0"/>
            <a:ext cx="8596668" cy="3880773"/>
          </a:xfrm>
        </p:spPr>
        <p:txBody>
          <a:bodyPr/>
          <a:lstStyle/>
          <a:p>
            <a:r>
              <a:rPr lang="ru-RU" dirty="0"/>
              <a:t>Технологический стек</a:t>
            </a:r>
          </a:p>
          <a:p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D775F6-B783-43E1-8641-0CDA720F3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83" y="342419"/>
            <a:ext cx="9263620" cy="32828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Язык программирования: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Python 3.6+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Графический интерфейс: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Tkinter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— стандартная библиотека Python для создания GUI.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Обработка графики: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Pillow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(PIL)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— библиотека для загрузки и обработки изображений (текстур планет).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Математика: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Встроенный модуль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math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для расчета орбит (синусы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косинусы).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Picture background">
            <a:extLst>
              <a:ext uri="{FF2B5EF4-FFF2-40B4-BE49-F238E27FC236}">
                <a16:creationId xmlns:a16="http://schemas.microsoft.com/office/drawing/2014/main" id="{11C78B0D-FC70-4A9D-B0C2-71FD748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41" y="3174534"/>
            <a:ext cx="3272406" cy="327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Picture background">
            <a:extLst>
              <a:ext uri="{FF2B5EF4-FFF2-40B4-BE49-F238E27FC236}">
                <a16:creationId xmlns:a16="http://schemas.microsoft.com/office/drawing/2014/main" id="{B9D3BDD8-C982-4A9B-B06A-1DA2A498A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805" y="3040145"/>
            <a:ext cx="3461760" cy="347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76804C-D401-4984-941A-B675865BAB79}"/>
              </a:ext>
            </a:extLst>
          </p:cNvPr>
          <p:cNvSpPr txBox="1"/>
          <p:nvPr/>
        </p:nvSpPr>
        <p:spPr>
          <a:xfrm>
            <a:off x="5488193" y="6393833"/>
            <a:ext cx="1215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Нептун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FAFD7-AA0F-4F12-8FA9-9838EC3F8770}"/>
              </a:ext>
            </a:extLst>
          </p:cNvPr>
          <p:cNvSpPr txBox="1"/>
          <p:nvPr/>
        </p:nvSpPr>
        <p:spPr>
          <a:xfrm>
            <a:off x="1646816" y="6330915"/>
            <a:ext cx="161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Марс</a:t>
            </a:r>
          </a:p>
        </p:txBody>
      </p:sp>
    </p:spTree>
    <p:extLst>
      <p:ext uri="{BB962C8B-B14F-4D97-AF65-F5344CB8AC3E}">
        <p14:creationId xmlns:p14="http://schemas.microsoft.com/office/powerpoint/2010/main" val="410315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755D9-3E0D-4829-8D8B-A0CF97CC8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857" y="0"/>
            <a:ext cx="8596668" cy="1320800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 Установка и запуск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BE0B67-8EB4-4450-8B6E-AF18542BAF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2442" y="594428"/>
            <a:ext cx="3869499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Клонирование репозитория: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rgbClr val="4078F2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clone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  <a:hlinkClick r:id="rId2"/>
              </a:rPr>
              <a:t>https://github.com/fooset10/PKO--23-IS-LP-PROLYCH_-_--2525 </a:t>
            </a:r>
            <a:r>
              <a:rPr kumimoji="0" lang="ru-RU" altLang="ru-RU" sz="900" b="0" i="0" u="none" strike="noStrike" cap="none" normalizeH="0" baseline="0" dirty="0" err="1">
                <a:ln>
                  <a:noFill/>
                </a:ln>
                <a:solidFill>
                  <a:srgbClr val="50A14F"/>
                </a:solidFill>
                <a:effectLst/>
                <a:latin typeface="Menlo"/>
                <a:hlinkClick r:id="rId2"/>
              </a:rPr>
              <a:t>cd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  <a:hlinkClick r:id="rId2"/>
              </a:rPr>
              <a:t> PKO--23-IS-LP-PROLYCH_-_--2525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703215-F8DA-484D-9689-F8233014D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42" y="1605839"/>
            <a:ext cx="34059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2. Установка зависимостей: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pip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install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Pillow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0CC21A7-EABD-45D0-BB47-8E96EB34E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89214"/>
            <a:ext cx="6232479" cy="15337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3. Добавление изображений (по желанию):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Создать папку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images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.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Поместить в нее PNG-файлы с именами планет (например,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sun.png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,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earth.png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77DBF54-7A17-4BD1-8772-8C368F3E1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87" y="3592209"/>
            <a:ext cx="3254096" cy="600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3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Запуск: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python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название_файла.py </a:t>
            </a:r>
            <a:r>
              <a:rPr kumimoji="0" lang="ru-RU" altLang="ru-RU" sz="9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# например, планеты.py или sgshsh.py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AEFA3C17-BCAC-4418-B921-3855E89C5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383" y="660400"/>
            <a:ext cx="3138182" cy="313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icture background">
            <a:extLst>
              <a:ext uri="{FF2B5EF4-FFF2-40B4-BE49-F238E27FC236}">
                <a16:creationId xmlns:a16="http://schemas.microsoft.com/office/drawing/2014/main" id="{86C52BDC-24EA-40BB-9AC0-5A0345AEC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48" y="4113095"/>
            <a:ext cx="2600379" cy="2600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68FA60-BA1E-4CBF-B43A-934A50441475}"/>
              </a:ext>
            </a:extLst>
          </p:cNvPr>
          <p:cNvSpPr txBox="1"/>
          <p:nvPr/>
        </p:nvSpPr>
        <p:spPr>
          <a:xfrm>
            <a:off x="5819887" y="3871118"/>
            <a:ext cx="181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Венера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A7F9B-B850-466E-A105-5424844EBFD1}"/>
              </a:ext>
            </a:extLst>
          </p:cNvPr>
          <p:cNvSpPr txBox="1"/>
          <p:nvPr/>
        </p:nvSpPr>
        <p:spPr>
          <a:xfrm>
            <a:off x="3176366" y="5426036"/>
            <a:ext cx="1452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Плутон</a:t>
            </a:r>
          </a:p>
        </p:txBody>
      </p:sp>
    </p:spTree>
    <p:extLst>
      <p:ext uri="{BB962C8B-B14F-4D97-AF65-F5344CB8AC3E}">
        <p14:creationId xmlns:p14="http://schemas.microsoft.com/office/powerpoint/2010/main" val="351470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093E07B-CC43-4ABB-A201-F3A607877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Интерфейс и управление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8F8CD8-0BCA-4BEC-A6D5-BC5066DAC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82" y="775549"/>
            <a:ext cx="8596668" cy="388077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▶️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Запустить: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Начать анимацию.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⏸️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Пауза: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Остановить движение.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Скорость (Ползунок):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Ускорение или замедление времени.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Масштаб (Ползунок):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Приближение и отдаление вида.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↺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Сброс вида: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Вернуть стандартный масштаб и скорость.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↺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Сбросить углы: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Вернуть планеты на стартовые позиции.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Клик по объекту: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Показать информацию о планете.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BFF2D52C-5CF0-4960-9A6A-1A7538187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36" y="3560780"/>
            <a:ext cx="3060551" cy="306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9A6860-C9C9-4FCD-984F-9B9705052DBE}"/>
              </a:ext>
            </a:extLst>
          </p:cNvPr>
          <p:cNvSpPr txBox="1"/>
          <p:nvPr/>
        </p:nvSpPr>
        <p:spPr>
          <a:xfrm>
            <a:off x="1495966" y="6526970"/>
            <a:ext cx="1624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Уран</a:t>
            </a:r>
          </a:p>
        </p:txBody>
      </p:sp>
      <p:pic>
        <p:nvPicPr>
          <p:cNvPr id="7172" name="Picture 4" descr="Picture background">
            <a:extLst>
              <a:ext uri="{FF2B5EF4-FFF2-40B4-BE49-F238E27FC236}">
                <a16:creationId xmlns:a16="http://schemas.microsoft.com/office/drawing/2014/main" id="{28F377BA-3DB4-4E4A-BD6F-7A8470F69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555" y="295832"/>
            <a:ext cx="3060552" cy="306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AEFE09-85F1-432E-B7A2-790FB893CF72}"/>
              </a:ext>
            </a:extLst>
          </p:cNvPr>
          <p:cNvSpPr txBox="1"/>
          <p:nvPr/>
        </p:nvSpPr>
        <p:spPr>
          <a:xfrm>
            <a:off x="7561177" y="3132285"/>
            <a:ext cx="153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Луна</a:t>
            </a:r>
          </a:p>
        </p:txBody>
      </p:sp>
    </p:spTree>
    <p:extLst>
      <p:ext uri="{BB962C8B-B14F-4D97-AF65-F5344CB8AC3E}">
        <p14:creationId xmlns:p14="http://schemas.microsoft.com/office/powerpoint/2010/main" val="114632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B0230-908E-43DE-846E-53462FCCE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05" y="64316"/>
            <a:ext cx="8596668" cy="1320800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Внутреннее устройство (Скриншоты)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C43091-C000-43E1-AD19-638CA275C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105" y="595712"/>
            <a:ext cx="3972013" cy="9437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Пример: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"Общий вид симуляции с планетами на орбитах."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C711050C-EB30-45A0-95F3-F4EF7B0EE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8143"/>
            <a:ext cx="4659097" cy="262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>
            <a:extLst>
              <a:ext uri="{FF2B5EF4-FFF2-40B4-BE49-F238E27FC236}">
                <a16:creationId xmlns:a16="http://schemas.microsoft.com/office/drawing/2014/main" id="{5919AB3D-5620-4151-AD0F-D8155968C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72" y="1208143"/>
            <a:ext cx="4384644" cy="246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>
            <a:extLst>
              <a:ext uri="{FF2B5EF4-FFF2-40B4-BE49-F238E27FC236}">
                <a16:creationId xmlns:a16="http://schemas.microsoft.com/office/drawing/2014/main" id="{BCB85CDE-A23E-446E-830D-3C92763BC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674505"/>
            <a:ext cx="5637179" cy="317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75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0194DAF-8468-49FD-B63C-509C1266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Структура кода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8B76994-ED90-4B50-B3FE-9AF1873AE0FB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140967" y="660400"/>
            <a:ext cx="6998064" cy="23031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ru-RU" altLang="ru-RU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altLang="ru-RU" sz="1200" b="1" dirty="0">
                <a:solidFill>
                  <a:srgbClr val="0F1115"/>
                </a:solidFill>
                <a:latin typeface="quote-cjk-patch"/>
              </a:rPr>
              <a:t>Класс </a:t>
            </a:r>
            <a:r>
              <a:rPr lang="ru-RU" altLang="ru-RU" dirty="0">
                <a:solidFill>
                  <a:srgbClr val="0F1115"/>
                </a:solidFill>
                <a:latin typeface="Menlo"/>
              </a:rPr>
              <a:t>Planet</a:t>
            </a:r>
            <a:r>
              <a:rPr lang="ru-RU" altLang="ru-RU" sz="1200" b="1" dirty="0">
                <a:solidFill>
                  <a:srgbClr val="0F1115"/>
                </a:solidFill>
                <a:latin typeface="quote-cjk-patch"/>
              </a:rPr>
              <a:t>:</a:t>
            </a:r>
            <a:endParaRPr lang="ru-RU" altLang="ru-RU" sz="1200" dirty="0">
              <a:solidFill>
                <a:srgbClr val="0F1115"/>
              </a:solidFill>
              <a:latin typeface="quote-cjk-patch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altLang="ru-RU" sz="1200" dirty="0">
                <a:solidFill>
                  <a:srgbClr val="0F1115"/>
                </a:solidFill>
                <a:latin typeface="quote-cjk-patch"/>
              </a:rPr>
              <a:t>Хранит данные о каждой планете (название, радиус орбиты, диаметр, скорость, цвет/изображение).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altLang="ru-RU" sz="1200" dirty="0">
                <a:solidFill>
                  <a:srgbClr val="0F1115"/>
                </a:solidFill>
                <a:latin typeface="quote-cjk-patch"/>
              </a:rPr>
              <a:t>Содержит метод для вычисления текущей позиции (</a:t>
            </a:r>
            <a:r>
              <a:rPr lang="ru-RU" altLang="ru-RU" dirty="0">
                <a:solidFill>
                  <a:srgbClr val="0F1115"/>
                </a:solidFill>
                <a:latin typeface="Menlo"/>
              </a:rPr>
              <a:t>x, y</a:t>
            </a:r>
            <a:r>
              <a:rPr lang="ru-RU" altLang="ru-RU" sz="1200" dirty="0">
                <a:solidFill>
                  <a:srgbClr val="0F1115"/>
                </a:solidFill>
                <a:latin typeface="quote-cjk-patch"/>
              </a:rPr>
              <a:t>) на орбите в зависимости от времени.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altLang="ru-RU" sz="1200" b="1" dirty="0">
                <a:solidFill>
                  <a:srgbClr val="0F1115"/>
                </a:solidFill>
                <a:latin typeface="quote-cjk-patch"/>
              </a:rPr>
              <a:t>Модуль загрузки графики:</a:t>
            </a:r>
            <a:r>
              <a:rPr lang="ru-RU" altLang="ru-RU" sz="1200" dirty="0">
                <a:solidFill>
                  <a:srgbClr val="0F1115"/>
                </a:solidFill>
                <a:latin typeface="quote-cjk-patch"/>
              </a:rPr>
              <a:t> Загрузка текстур из папки </a:t>
            </a:r>
            <a:r>
              <a:rPr lang="ru-RU" altLang="ru-RU" dirty="0" err="1">
                <a:solidFill>
                  <a:srgbClr val="0F1115"/>
                </a:solidFill>
                <a:latin typeface="Menlo"/>
              </a:rPr>
              <a:t>images</a:t>
            </a:r>
            <a:r>
              <a:rPr lang="ru-RU" altLang="ru-RU" sz="1200" dirty="0">
                <a:solidFill>
                  <a:srgbClr val="0F1115"/>
                </a:solidFill>
                <a:latin typeface="quote-cjk-patch"/>
              </a:rPr>
              <a:t> с помощью </a:t>
            </a:r>
            <a:r>
              <a:rPr lang="ru-RU" altLang="ru-RU" sz="1200" dirty="0" err="1">
                <a:solidFill>
                  <a:srgbClr val="0F1115"/>
                </a:solidFill>
                <a:latin typeface="quote-cjk-patch"/>
              </a:rPr>
              <a:t>Pillow</a:t>
            </a:r>
            <a:r>
              <a:rPr lang="ru-RU" altLang="ru-RU" sz="1200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altLang="ru-RU" sz="1200" b="1" dirty="0">
                <a:solidFill>
                  <a:srgbClr val="0F1115"/>
                </a:solidFill>
                <a:latin typeface="quote-cjk-patch"/>
              </a:rPr>
              <a:t>Обработчик событий:</a:t>
            </a:r>
            <a:r>
              <a:rPr lang="ru-RU" altLang="ru-RU" sz="1200" dirty="0">
                <a:solidFill>
                  <a:srgbClr val="0F1115"/>
                </a:solidFill>
                <a:latin typeface="quote-cjk-patch"/>
              </a:rPr>
              <a:t> Определяет, по какому объекту кликнул пользователь.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altLang="ru-RU" sz="1200" b="1" dirty="0">
                <a:solidFill>
                  <a:srgbClr val="0F1115"/>
                </a:solidFill>
                <a:latin typeface="quote-cjk-patch"/>
              </a:rPr>
              <a:t>Главный цикл анимации:</a:t>
            </a:r>
            <a:r>
              <a:rPr lang="ru-RU" altLang="ru-RU" sz="1200" dirty="0">
                <a:solidFill>
                  <a:srgbClr val="0F1115"/>
                </a:solidFill>
                <a:latin typeface="quote-cjk-patch"/>
              </a:rPr>
              <a:t> Обновляет положение всех объектов и перерисовывает холст ~50 раз в секунду.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ru-RU" altLang="ru-RU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123" name="Picture 3" descr="Picture background">
            <a:extLst>
              <a:ext uri="{FF2B5EF4-FFF2-40B4-BE49-F238E27FC236}">
                <a16:creationId xmlns:a16="http://schemas.microsoft.com/office/drawing/2014/main" id="{10134E65-F6F3-431D-BB61-0E43EA5CD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12" y="2592593"/>
            <a:ext cx="5276388" cy="395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75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32CAA-E0D5-498F-8F41-BF4DF096D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Возможные улучшения и вклад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EC7A02-FF0A-41B5-ABAC-94DA31F6F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50" y="660400"/>
            <a:ext cx="8596668" cy="388077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Планы на будущее / Идеи для улучшения: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Добавить кольца Сатурна.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Визуализировать пояс астероидов.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Добавить подписи к планетам.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Вклад в проект: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Если вы нашли баг или хотите предложить улучшение, создавайте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Issue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или отправляйте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Pull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Request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GitHub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!</a:t>
            </a:r>
          </a:p>
          <a:p>
            <a:endParaRPr lang="ru-RU" dirty="0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C4E0E309-F8F8-47BF-856E-DAAE7181D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32" y="3149303"/>
            <a:ext cx="5182196" cy="296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FBD891-769F-4A03-A317-72C7F08645FC}"/>
              </a:ext>
            </a:extLst>
          </p:cNvPr>
          <p:cNvSpPr txBox="1"/>
          <p:nvPr/>
        </p:nvSpPr>
        <p:spPr>
          <a:xfrm>
            <a:off x="2269863" y="6049572"/>
            <a:ext cx="177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Меркурий</a:t>
            </a:r>
          </a:p>
        </p:txBody>
      </p:sp>
    </p:spTree>
    <p:extLst>
      <p:ext uri="{BB962C8B-B14F-4D97-AF65-F5344CB8AC3E}">
        <p14:creationId xmlns:p14="http://schemas.microsoft.com/office/powerpoint/2010/main" val="1744686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952396-C880-458F-9476-082B277BF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094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460842-F35D-424C-8846-8250A8461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04" y="667348"/>
            <a:ext cx="8596668" cy="388077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Итог: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Создано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fully-functional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(полностью функциональный) интерактивное приложение для изучения Солнечной системы.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Применение: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Может использоваться в учебных целях, для демонстрации основ программирования и астрономии.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Ссылка на проект: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https://github.com/fooset10/PKO--23-IS-LP-PROLYCH_-_--2525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0" i="1" dirty="0">
                <a:solidFill>
                  <a:srgbClr val="0F1115"/>
                </a:solidFill>
                <a:effectLst/>
                <a:latin typeface="quote-cjk-patch"/>
              </a:rPr>
              <a:t>Не забудьте поставить ⭐ звездочку проекту на </a:t>
            </a:r>
            <a:r>
              <a:rPr lang="ru-RU" b="0" i="1" dirty="0" err="1">
                <a:solidFill>
                  <a:srgbClr val="0F1115"/>
                </a:solidFill>
                <a:effectLst/>
                <a:latin typeface="quote-cjk-patch"/>
              </a:rPr>
              <a:t>GitHub</a:t>
            </a:r>
            <a:r>
              <a:rPr lang="ru-RU" b="0" i="1" dirty="0">
                <a:solidFill>
                  <a:srgbClr val="0F1115"/>
                </a:solidFill>
                <a:effectLst/>
                <a:latin typeface="quote-cjk-patch"/>
              </a:rPr>
              <a:t>!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9220" name="Picture 4" descr="Picture background">
            <a:extLst>
              <a:ext uri="{FF2B5EF4-FFF2-40B4-BE49-F238E27FC236}">
                <a16:creationId xmlns:a16="http://schemas.microsoft.com/office/drawing/2014/main" id="{D1C2EBA8-D1F3-402D-BECF-D376009C4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515" y="2896133"/>
            <a:ext cx="3880773" cy="38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53110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156</TotalTime>
  <Words>656</Words>
  <Application>Microsoft Office PowerPoint</Application>
  <PresentationFormat>Широкоэкранный</PresentationFormat>
  <Paragraphs>75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Menlo</vt:lpstr>
      <vt:lpstr>quote-cjk-patch</vt:lpstr>
      <vt:lpstr>Trebuchet MS</vt:lpstr>
      <vt:lpstr>Wingdings 3</vt:lpstr>
      <vt:lpstr>YS Text</vt:lpstr>
      <vt:lpstr>Аспект</vt:lpstr>
      <vt:lpstr>🪐 Интерактивная 2D-симуляция Солнечной системы</vt:lpstr>
      <vt:lpstr>•  Цель проекта: Разработать интерактивное приложение на Python для наглядной демонстрации движения планет Солнечной системы. • Основные задачи: 1. Создать графический интерфейс с анимацией планет. 2. Реализовать физику движения с орбитальными периодами, приближенными к реальным. 3. Добавить интерактивность: получение информации о планете по клику. 4. Реализовать управление временем (скорость анимации) и масштабом. 5. Визуализировать движение Луны вокруг Земли. </vt:lpstr>
      <vt:lpstr>Ключевые возможности (Фичи)  </vt:lpstr>
      <vt:lpstr>Презентация PowerPoint</vt:lpstr>
      <vt:lpstr> Установка и запуск</vt:lpstr>
      <vt:lpstr>Интерфейс и управление</vt:lpstr>
      <vt:lpstr>Внутреннее устройство (Скриншоты)</vt:lpstr>
      <vt:lpstr>Структура кода</vt:lpstr>
      <vt:lpstr>Возможные улучшения и вклад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🪐 Интерактивная 2D-симуляция Солнечной системы</dc:title>
  <dc:creator>студент И.П.В</dc:creator>
  <cp:lastModifiedBy>студент И.П.В</cp:lastModifiedBy>
  <cp:revision>14</cp:revision>
  <dcterms:created xsi:type="dcterms:W3CDTF">2026-03-06T06:35:13Z</dcterms:created>
  <dcterms:modified xsi:type="dcterms:W3CDTF">2026-03-06T09:16:56Z</dcterms:modified>
</cp:coreProperties>
</file>